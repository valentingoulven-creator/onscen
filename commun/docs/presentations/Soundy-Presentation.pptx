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217920" y="365760"/>
            <a:ext cx="2011680" cy="2011680"/>
          </a:xfrm>
          <a:prstGeom prst="ellipse">
            <a:avLst/>
          </a:prstGeom>
          <a:solidFill>
            <a:srgbClr val="141422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5303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5400" b="1">
                <a:solidFill>
                  <a:srgbClr val="FFFFFF"/>
                </a:solidFill>
                <a:latin typeface="Segoe UI"/>
              </a:defRPr>
            </a:pPr>
            <a:r>
              <a:t>Soundly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600" b="0">
                <a:solidFill>
                  <a:srgbClr val="A78BFA"/>
                </a:solidFill>
                <a:latin typeface="Segoe UI"/>
              </a:defRPr>
            </a:pPr>
            <a:r>
              <a:t>Écoute collective &amp; lives musicaux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A8A8B8"/>
                </a:solidFill>
                <a:latin typeface="Segoe UI"/>
              </a:defRPr>
            </a:pPr>
            <a:r>
              <a:t>Découvrir, écouter et partager la musique — ensemble, près de chez vous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51576" y="1179576"/>
            <a:ext cx="2715768" cy="5191506"/>
          </a:xfrm>
          <a:prstGeom prst="rect">
            <a:avLst/>
          </a:prstGeom>
          <a:solidFill>
            <a:srgbClr val="141422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-actual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34440"/>
            <a:ext cx="2606040" cy="48211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06440" y="6128766"/>
            <a:ext cx="2788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A8A8B8"/>
                </a:solidFill>
                <a:latin typeface="Segoe UI"/>
              </a:defRPr>
            </a:pPr>
            <a:r>
              <a:t>Fil d’actualité, stories et navigation par onglets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Le problème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804672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7589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Écouter seul sur Spotify ou YouTube, c’est bien… mais isolant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Difficile de trouver qui partage vos goûts musicaux à proximité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Les créateurs manquent d’espaces simples pour performer en live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Pas de lien naturel entre carte, communauté et monétisation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43600"/>
            <a:ext cx="7589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F472B6"/>
                </a:solidFill>
                <a:latin typeface="Segoe UI"/>
              </a:defRPr>
            </a:pPr>
            <a:r>
              <a:t>Une opportunité : reconnecter la musique au social et au local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La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804672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34456" y="1499616"/>
            <a:ext cx="2395728" cy="4567428"/>
          </a:xfrm>
          <a:prstGeom prst="rect">
            <a:avLst/>
          </a:prstGeom>
          <a:solidFill>
            <a:srgbClr val="141422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-ca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554480"/>
            <a:ext cx="2286000" cy="4229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89320" y="5856732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A8A8B8"/>
                </a:solidFill>
                <a:latin typeface="Segoe UI"/>
              </a:defRPr>
            </a:pPr>
            <a:r>
              <a:t>Carte géolocalisée : salons, lives et personnes à proximité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93776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  <a:defRPr sz="2400" b="0">
                <a:solidFill>
                  <a:srgbClr val="FFFFFF"/>
                </a:solidFill>
                <a:latin typeface="Segoe UI"/>
              </a:defRPr>
            </a:pPr>
            <a:r>
              <a:t>Soundly est l’app qui vous fait écouter la même musique, au même moment, avec des gens autour de vous — sur une carte, en salon ou en live.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Comment ça marche 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804672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14416" y="1362456"/>
            <a:ext cx="2441448" cy="4656582"/>
          </a:xfrm>
          <a:prstGeom prst="rect">
            <a:avLst/>
          </a:prstGeom>
          <a:solidFill>
            <a:srgbClr val="141422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-mess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17320"/>
            <a:ext cx="2331720" cy="43136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5804154"/>
            <a:ext cx="2514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A8A8B8"/>
                </a:solidFill>
                <a:latin typeface="Segoe UI"/>
              </a:defRPr>
            </a:pPr>
            <a:r>
              <a:t>Messages privés, matchs et groupes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4592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Segoe UI"/>
              </a:defRPr>
            </a:pPr>
            <a:r>
              <a:t>Créez votre profil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116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A8A8B8"/>
                </a:solidFill>
                <a:latin typeface="Segoe UI"/>
              </a:defRPr>
            </a:pPr>
            <a:r>
              <a:t>Goûts musicaux, photo, affinités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74320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974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Segoe UI"/>
              </a:defRPr>
            </a:pPr>
            <a:r>
              <a:t>Explorez la carte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0632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A8A8B8"/>
                </a:solidFill>
                <a:latin typeface="Segoe UI"/>
              </a:defRPr>
            </a:pPr>
            <a:r>
              <a:t>Salons et lives près de vous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79476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4904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Segoe UI"/>
              </a:defRPr>
            </a:pPr>
            <a:r>
              <a:t>Rejoignez ou lancez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148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A8A8B8"/>
                </a:solidFill>
                <a:latin typeface="Segoe UI"/>
              </a:defRPr>
            </a:pPr>
            <a:r>
              <a:t>Écoute synchronisée Spotify / YouTube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84632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8006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FFFFFF"/>
                </a:solidFill>
                <a:latin typeface="Segoe UI"/>
              </a:defRPr>
            </a:pPr>
            <a:r>
              <a:t>Partagez l’instant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166359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A8A8B8"/>
                </a:solidFill>
                <a:latin typeface="Segoe UI"/>
              </a:defRPr>
            </a:pPr>
            <a:r>
              <a:t>Chat, réactions, pourboires en live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Carte &amp; proximité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804672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1362456"/>
            <a:ext cx="2532888" cy="4834890"/>
          </a:xfrm>
          <a:prstGeom prst="rect">
            <a:avLst/>
          </a:prstGeom>
          <a:solidFill>
            <a:srgbClr val="141422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-ca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2423160" cy="44828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973318"/>
            <a:ext cx="2606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A8A8B8"/>
                </a:solidFill>
                <a:latin typeface="Segoe UI"/>
              </a:defRPr>
            </a:pPr>
            <a:r>
              <a:t>Carte interactive avec panneau « À proximité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69164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Visualisez qui écoute quoi autour de vous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Salons d’écoute et lives géolocalisés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Position floutée (~50 m) pour protéger votre vie privée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Filtres : distance, affinités musicales, lives uniquement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Découvrez des profils et des communautés locales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Salons &amp; petits salons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804672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1362456"/>
            <a:ext cx="2532888" cy="4834890"/>
          </a:xfrm>
          <a:prstGeom prst="rect">
            <a:avLst/>
          </a:prstGeom>
          <a:solidFill>
            <a:srgbClr val="141422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-sal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2423160" cy="44828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973318"/>
            <a:ext cx="2606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A8A8B8"/>
                </a:solidFill>
                <a:latin typeface="Segoe UI"/>
              </a:defRPr>
            </a:pPr>
            <a:r>
              <a:t>Grand salon — lecteur, file d’attente et propositions de morceaux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69164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Salons : watch party musicale à plusieurs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Musique synchronisée via Spotify ou YouTube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Chat en direct, playlist partagée, modération par l’hôte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Petit salon : rejoindre rapidement depuis la carte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Idéal pour soirées, amis ou rencontres autour d’un morceau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Lives musicaux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804672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1362456"/>
            <a:ext cx="2532888" cy="4834890"/>
          </a:xfrm>
          <a:prstGeom prst="rect">
            <a:avLst/>
          </a:prstGeom>
          <a:solidFill>
            <a:srgbClr val="141422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2423160" cy="44828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973318"/>
            <a:ext cx="2606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A8A8B8"/>
                </a:solidFill>
                <a:latin typeface="Segoe UI"/>
              </a:defRPr>
            </a:pPr>
            <a:r>
              <a:t>Page live avec caméra, chat et pourboires · Grille de découverte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" y="4425696"/>
            <a:ext cx="2339035" cy="4456877"/>
          </a:xfrm>
          <a:prstGeom prst="rect">
            <a:avLst/>
          </a:prstGeom>
          <a:solidFill>
            <a:srgbClr val="141422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-lives-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480560"/>
            <a:ext cx="2229307" cy="412421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46120" y="169164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Diffusez musique + caméra en direct (style Twitch / TikTok)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Spectateurs en temps réel, chat et réactions gratuites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Pourboires visuels style cadeaux live (1 € à 100 €)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Caméra relayée en direct (WebRTC) — fluide et interactive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Grille de découverte inspirée des plateformes de streaming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Pour les créateurs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804672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1362456"/>
            <a:ext cx="2532888" cy="4834890"/>
          </a:xfrm>
          <a:prstGeom prst="rect">
            <a:avLst/>
          </a:prstGeom>
          <a:solidFill>
            <a:srgbClr val="141422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-prof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2423160" cy="44828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973318"/>
            <a:ext cx="2606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A8A8B8"/>
                </a:solidFill>
                <a:latin typeface="Segoe UI"/>
              </a:defRPr>
            </a:pPr>
            <a:r>
              <a:t>Profil public : photos, reels, abonnés et favoris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69164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13+ : compte et participation aux salons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16+ : lancer un live (performance artistique)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18+ : recevoir pourboires et abonnements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Profil public, reels, abonnés et statuts Supporter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Soundly = plateforme sociale musicale, pas un service de rencontre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Monétisation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804672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1362456"/>
            <a:ext cx="2532888" cy="4834890"/>
          </a:xfrm>
          <a:prstGeom prst="rect">
            <a:avLst/>
          </a:prstGeom>
          <a:solidFill>
            <a:srgbClr val="141422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9-moneti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2423160" cy="44828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973318"/>
            <a:ext cx="2606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A8A8B8"/>
                </a:solidFill>
                <a:latin typeface="Segoe UI"/>
              </a:defRPr>
            </a:pPr>
            <a:r>
              <a:t>Soundly+ et paramètres de compte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69164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Pourboires volontaires pendant les lives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Abonnements créateurs : Supporter, Super fan…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Soundly+ : soutien mensuel à la plateforme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Paiements sécurisés via Stripe en production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Simulation gratuite en version démo (aucune carte demandée)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Sécurité &amp; conformité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804672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7589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Âge minimum : 13 ans (autorisation parentale 13–18)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Stripe : saisie carte côté Stripe, jamais stockée chez Soundly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RGPD : politique de confidentialité, suppression de compte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Géolocalisation : contrôle de la visibilité (masquer, ville seule)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Modération : signalement, bannissement, CGU claires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Disponible partout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804672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1362456"/>
            <a:ext cx="2532888" cy="4834890"/>
          </a:xfrm>
          <a:prstGeom prst="rect">
            <a:avLst/>
          </a:prstGeom>
          <a:solidFill>
            <a:srgbClr val="141422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-actual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2423160" cy="44828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973318"/>
            <a:ext cx="2606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A8A8B8"/>
                </a:solidFill>
                <a:latin typeface="Segoe UI"/>
              </a:defRPr>
            </a:pPr>
            <a:r>
              <a:t>Même interface sur web, PWA et mobile natif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69164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Web &amp; PWA : navigateur, installation sur écran d’accueil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iOS : application native (Capacitor)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Android : application native (Capacitor)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Une seule expérience, tous vos appareils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Temps réel : synchronisation musique et chat instantané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Vision &amp; prochaines étapes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804672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1362456"/>
            <a:ext cx="2532888" cy="4834890"/>
          </a:xfrm>
          <a:prstGeom prst="rect">
            <a:avLst/>
          </a:prstGeom>
          <a:solidFill>
            <a:srgbClr val="141422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-petit-sal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2423160" cy="44828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973318"/>
            <a:ext cx="2606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A8A8B8"/>
                </a:solidFill>
                <a:latin typeface="Segoe UI"/>
              </a:defRPr>
            </a:pPr>
            <a:r>
              <a:t>Petit salon sur la carte — écoute rapide sans quitter la carte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69164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Renforcer la communauté locale autour de la musique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Ouvrir la monétisation créateurs en production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Élargir les intégrations (playlists, découvertes)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Finaliser conformité légale et lancement public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000" b="0">
                <a:solidFill>
                  <a:srgbClr val="F4F4F8"/>
                </a:solidFill>
                <a:latin typeface="Segoe UI"/>
              </a:defRPr>
            </a:pPr>
            <a:r>
              <a:t>•  Soundly : où la musique devient un moment partagé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Contact &amp; prochaine étape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804672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68696" y="1499616"/>
            <a:ext cx="2487168" cy="4745736"/>
          </a:xfrm>
          <a:prstGeom prst="rect">
            <a:avLst/>
          </a:prstGeom>
          <a:solidFill>
            <a:srgbClr val="141422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-lives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554480"/>
            <a:ext cx="2377440" cy="43982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23560" y="6025896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A8A8B8"/>
                </a:solidFill>
                <a:latin typeface="Segoe UI"/>
              </a:defRPr>
            </a:pPr>
            <a:r>
              <a:t>Rejoignez un live ou lancez le vôtre dès maintenant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  <a:defRPr sz="2100" b="0">
                <a:solidFill>
                  <a:srgbClr val="F4F4F8"/>
                </a:solidFill>
                <a:latin typeface="Segoe UI"/>
              </a:defRPr>
            </a:pPr>
            <a:r>
              <a:t>→  Tester la démo Soundly sur web ou mobile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100" b="0">
                <a:solidFill>
                  <a:srgbClr val="F4F4F8"/>
                </a:solidFill>
                <a:latin typeface="Segoe UI"/>
              </a:defRPr>
            </a:pPr>
            <a:r>
              <a:t>→  Créer un salon ou rejoindre un live près de vous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100" b="0">
                <a:solidFill>
                  <a:srgbClr val="F4F4F8"/>
                </a:solidFill>
                <a:latin typeface="Segoe UI"/>
              </a:defRPr>
            </a:pPr>
            <a:r>
              <a:t>→  Soutenir un créateur ou explorer Soundly+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2100" b="0">
                <a:solidFill>
                  <a:srgbClr val="F4F4F8"/>
                </a:solidFill>
                <a:latin typeface="Segoe UI"/>
              </a:defRPr>
            </a:pPr>
            <a:r>
              <a:t>→  Questions &amp; partenariats : contact via l’application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035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A78BFA"/>
                </a:solidFill>
                <a:latin typeface="Segoe UI"/>
              </a:defRPr>
            </a:pPr>
            <a:r>
              <a:t>Merci — prêts à écouter ensemble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