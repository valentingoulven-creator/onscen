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Soundy\commun\backend\public\sound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</a:rPr>
              <a:t>RÉSEAU SOCIAL · MUSIQUE LIVE · SORTIES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Soundy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Écouter ensemble. Sortir. Vivre la musique.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2788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B8"/>
                </a:solidFill>
              </a:rPr>
              <a:t>Découvrir artistes &amp; événements — carte géolocalisée, salons d'écoute, lives vidéo, réseau social musique.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3977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4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8"/>
                </a:solidFill>
              </a:rPr>
              <a:t>5 onglets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17520" y="3977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4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8"/>
                </a:solidFill>
              </a:rPr>
              <a:t>Prod France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32120" y="3977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4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321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8"/>
                </a:solidFill>
              </a:rPr>
              <a:t>RGPD · Scaleway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46720" y="39776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41422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8"/>
                </a:solidFill>
              </a:rPr>
              <a:t>PWA + mobile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</a:rPr>
              <a:t>getsoundy.com  ·  contact@getsoundy.com</a:t>
            </a:r>
            <a:endParaRPr lang="en-US" sz="1100" dirty="0"/>
          </a:p>
        </p:txBody>
      </p:sp>
      <p:pic>
        <p:nvPicPr>
          <p:cNvPr id="16" name="Image 1" descr="C:\Dev\Soundy\commun\docs\presentation-screenshots\mobile\02-car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Carte · événements &amp; salons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 / 16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EXECUTIF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 une minute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La plateforme qui fait connaître artistes &amp; événements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1414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Soundy = réseau social musique + carte + salons synchronisés + lives — où la communauté écoute et sort.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Audience ciblée : musique live, sorties, événements — pas du scroll généraliste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Carte : pins événements (3 jours), salons, lives · vue globe 3D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Monétisation : sponsors natifs (7 emplacements) + Stripe Connect créateurs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Production opérationnelle · hébergement France · conformité RGPD / DSA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MARCHÉ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Le problème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Musique, sorties et visibilité locale sont fragmentés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TikTok, Spotify, Instagram, Shotgun — aucun parcours unifié écoute + sortie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Difficile de voir qui joue où ce soir, près de chez soi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Bars &amp; salles 50–500 places : visibilité faible entre deux 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Créateurs mid-tier : pas de hub simple entre live, communauté et revenus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Promoteurs locaux : budgets pub généralistes, CPM élevés, ciblage imprécis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</a:rPr>
              <a:t>→ Soundy reconnecte écoute sociale, carte et événements.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PRODUIT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 solution Soundy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Un seul endroit pour découvrir, écouter et sortir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1414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0136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Écouter la même musique au même moment — sur une carte, en salon ou en live vidéo.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5 espaces : Actualités · Carte · Direct · Messages · Reels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Agenda événements 3 prochains jours · filtres Lives / Salon / Événement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Salons YouTube synchronisés · chat · file d'attente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Lives caméra + HLS · pourboires Stripe Connect</a:t>
            </a:r>
            <a:endParaRPr lang="en-US" sz="1300" dirty="0"/>
          </a:p>
        </p:txBody>
      </p:sp>
      <p:pic>
        <p:nvPicPr>
          <p:cNvPr id="8" name="Image 0" descr="C:\Dev\Soundy\commun\docs\presentation-screenshots\mobile\01-actua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Fil d'actualité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UX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Comment ça marche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4 étapes — de la découverte à la sortie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Profil &amp; affinités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9842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</a:rPr>
              <a:t>Goûts musicaux, ville, abonnements créateurs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06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Carte &amp; agenda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852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</a:rPr>
              <a:t>Événements, salons et lives à proximité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Rejoindre ou lancer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3721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</a:rPr>
              <a:t>Salon YouTube sync ou live caméra + chat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29768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343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Partager &amp; soutenir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459028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A8B8"/>
                </a:solidFill>
              </a:rPr>
              <a:t>Stories, reels, pourboires Stripe Connect</a:t>
            </a:r>
            <a:endParaRPr lang="en-US" sz="1100" dirty="0"/>
          </a:p>
        </p:txBody>
      </p:sp>
      <p:pic>
        <p:nvPicPr>
          <p:cNvPr id="21" name="Image 0" descr="C:\Dev\Soundy\commun\docs\presentation-screenshots\mobile\07-mess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Messages &amp; communauté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CŒUR PRODUIT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Carte &amp; événements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La visibilité locale, en un coup d'œil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Pins événements : fenêtre 3 prochains jours (filtre Événement)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Section ✨ Sponso : carrousel partenaires en tête de sidebar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Salons d'écoute et lives géolocalisés · vue globe 3D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Onglets Autour (proximité) et Pays (agenda national)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Position floutée · contrôle de visibilité utilisateur</a:t>
            </a:r>
            <a:endParaRPr lang="en-US" sz="1300" dirty="0"/>
          </a:p>
        </p:txBody>
      </p:sp>
      <p:pic>
        <p:nvPicPr>
          <p:cNvPr id="6" name="Image 0" descr="C:\Dev\Soundy\commun\docs\presentation-screenshots\mobile\02-c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Carte interactive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DIFFÉRENCIATION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Salons d'écoute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Watch party musicale — différenciateur clé vs concurrence EU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Lecture YouTube synchronisée entre participants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Chat, file d'attente, modération hôte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Petit salon : rejoindre depuis la carte en 1 tap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Salons publics ou privés · ancrés géographiquement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Soirées entre amis ou communautés locales</a:t>
            </a:r>
            <a:endParaRPr lang="en-US" sz="1300" dirty="0"/>
          </a:p>
        </p:txBody>
      </p:sp>
      <p:pic>
        <p:nvPicPr>
          <p:cNvPr id="6" name="Image 0" descr="C:\Dev\Soundy\commun\docs\presentation-screenshots\mobile\04-sa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Grand salon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DIRECT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Lives musicaux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Performance live + monétisation intégrée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Caméra + musique en direct (LiveKit / Cloudflare HLS)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Chat temps réel, réactions et pourboires visuels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Stripe Connect en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Grille découverte · théâtre / PiP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16+ performer · 18+ monétisation</a:t>
            </a:r>
            <a:endParaRPr lang="en-US" sz="1300" dirty="0"/>
          </a:p>
        </p:txBody>
      </p:sp>
      <p:pic>
        <p:nvPicPr>
          <p:cNvPr id="6" name="Image 0" descr="C:\Dev\Soundy\commun\docs\presentation-screenshots\mobile\06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Live · chat &amp; pourboires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SOCIAL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Actualités, Reels &amp; profils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Rétention et découverte au-delà de la carte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Fil d'actualité : posts, stories, événements partagés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Reels 9:16 · découverte créateurs locaux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Profil public : reels, abonnés, favoris, dates à venir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Messages, matchs musicaux, groupes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Effet réseau : partage → visibilité → sorties (effet boule de neige)</a:t>
            </a:r>
            <a:endParaRPr lang="en-US" sz="1300" dirty="0"/>
          </a:p>
        </p:txBody>
      </p:sp>
      <p:pic>
        <p:nvPicPr>
          <p:cNvPr id="6" name="Image 0" descr="C:\Dev\Soundy\commun\docs\presentation-screenshots\mobile\12-re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Reels &amp; créateurs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POSITIONNEMENT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Pourquoi Soundy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Vs réseaux généralistes et apps events seules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Instagram / TikTok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Apps events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Soundy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Audience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Généraliste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Billets / soirées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Musique live &amp; sorties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Carte + social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Partiel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Oui · cœur produit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Salons d'écoute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Oui · synchronisés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Lives + tips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Partiel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Non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Oui · Stripe Connect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CPM sponsors FR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6–18 €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Dès 3 € (lancement)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Géo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Approximative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Ville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Viewport carte · Autour / Pays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MONÉTISATION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7 emplacements sponsors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Formats natifs · badge « Sponsorisé » · DSA / RGPD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34747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Emplacement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Surface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Idéal pour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Dès 7 j · HT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Sidebar carte · Sponso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Pin ✨ + carrousel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Soirées bar, concerts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~150 €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Bandeau carte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Carrousel tête carte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Notoriété locale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~250 €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Fil d'actualité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Carte native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Annonces, line-up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~525 €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Story / Reel sponsorisé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Plein écran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Affiche, teaser DJ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~150–280 €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Théâtre salon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Placement immersif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4F4F8"/>
                          </a:solidFill>
                        </a:rPr>
                        <a:t>Activation premium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A78BFA"/>
                          </a:solidFill>
                        </a:rPr>
                        <a:t>~85 €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C3A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2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262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B8"/>
                </a:solidFill>
              </a:rPr>
              <a:t>Estimation d'audience avant lancement · planification dates · ciblage ville / région / France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OFFRE FONDATEUR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Lieux pilotes · Occitanie, Paris, Lyon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10 places · lancement sous 72 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1414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3852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Sidebar carte · Sponso — 7 jours à 99 € HT (au lieu de ~150 €)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5852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Créez votre événement (date, lieu, affiche) — ou nous le paramétrons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Pin visible sur la carte + section ✨ en tête sidebar Autour / Pays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Fans à proximité voient votre soirée dans la fenêtre 3 prochains jours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Option Reel : teaser 15–60 s pour amplifier avant le jour J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Pack Starter : Sponso + 1 Reel · 199 € HT · packages sur devis</a:t>
            </a:r>
            <a:endParaRPr lang="en-US" sz="1300" dirty="0"/>
          </a:p>
        </p:txBody>
      </p:sp>
      <p:pic>
        <p:nvPicPr>
          <p:cNvPr id="8" name="Image 0" descr="C:\Dev\Soundy\commun\docs\presentation-screenshots\mobile\15-evenements-d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Agenda événements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4622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contact@getsoundy.com  ·  Devis : emplacement · dates · ville · billetterie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CRÉATEURS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Monétisation &amp; communauté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Plateforme sociale musicale — pas un service de rencontre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Profil public : reels, abonnés, favoris, événements à venir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Live + pourboires + abonnements Supporter / Super fan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Stripe Connect · Soundy+ en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13+ compte · 16+ live · 18+ monétisation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Visibilité : carte, fil, reels — effet réseau local</a:t>
            </a:r>
            <a:endParaRPr lang="en-US" sz="1300" dirty="0"/>
          </a:p>
        </p:txBody>
      </p:sp>
      <p:pic>
        <p:nvPicPr>
          <p:cNvPr id="6" name="Image 0" descr="C:\Dev\Soundy\commun\docs\presentation-screenshots\mobile\08-pro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Profil créateur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CONFIANCE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Plateforme &amp; conformité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Production juillet 2026 · hébergement France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Web PWA + apps natives iOS / Android (Capacitor)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Hébergement Scaleway · données France · RGPD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Paiements Stripe — aucune carte stockée chez Soundy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Modération : signalement, bannissement, CGU · transparence DSA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Âge minimum 13 ans · autorisation parentale 13–18</a:t>
            </a:r>
            <a:endParaRPr lang="en-US" sz="1300" dirty="0"/>
          </a:p>
        </p:txBody>
      </p:sp>
      <p:pic>
        <p:nvPicPr>
          <p:cNvPr id="6" name="Image 0" descr="C:\Dev\Soundy\commun\docs\presentation-screenshots\mobile\11-globe-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Vue globe 3D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VISION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2026 et au-delà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Faire connaître artistes &amp; événements — ville par ville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669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Densifier la communauté musique en France (Occitanie → métropoles)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Accélérer partenariats bars, salles, festivals fondateurs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Renforcer découverte locale : carte, événements, reels, salons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Où la musique devient un moment partagé — en ligne et sur place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Mission : visibilité qui grandit — comme une boule de neige</a:t>
            </a:r>
            <a:endParaRPr lang="en-US" sz="1300" dirty="0"/>
          </a:p>
        </p:txBody>
      </p:sp>
      <p:pic>
        <p:nvPicPr>
          <p:cNvPr id="6" name="Image 0" descr="C:\Dev\Soundy\commun\docs\presentation-screenshots\mobile\03-petit-sa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Petit salon sur la carte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7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PROCHAINE ÉTAPE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Contact &amp; démo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B8"/>
                </a:solidFill>
              </a:rPr>
              <a:t>Prêts à écouter — et sortir — ensemble 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Tester l'app : getsoundy.com (web, PWA, mobile)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Bar / salle / festival : devis Sponso · contact@getsoundy.com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Créateur : lancer un salon ou un live près de chez vous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One-pager commercial &amp; estimation audience sur demande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4F4F8"/>
                </a:solidFill>
              </a:rPr>
              <a:t>Échange 15 min → estimation audience → devis → campagne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4160520"/>
            <a:ext cx="5029200" cy="6858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279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getsoundy.com</a:t>
            </a:r>
            <a:endParaRPr lang="en-US" sz="2000" dirty="0"/>
          </a:p>
        </p:txBody>
      </p:sp>
      <p:pic>
        <p:nvPicPr>
          <p:cNvPr id="8" name="Image 0" descr="C:\Dev\Soundy\commun\docs\presentation-screenshots\mobile\05-lives-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777240"/>
            <a:ext cx="2148840" cy="4617720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440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Rejoignez un live ce soir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6576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Soundy · getsoundy.com · Juillet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89920" y="4800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A8B8"/>
                </a:solidFill>
              </a:rPr>
              <a:t>16 / 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Soundy · getsoundy.com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Soundy — Présentation marketing</dc:title>
  <dc:subject>Présentation marketing — réseau social musique live &amp; sorties</dc:subject>
  <dc:creator>Soundy</dc:creator>
  <cp:lastModifiedBy>Soundy</cp:lastModifiedBy>
  <cp:revision>1</cp:revision>
  <dcterms:created xsi:type="dcterms:W3CDTF">2026-07-27T17:17:48Z</dcterms:created>
  <dcterms:modified xsi:type="dcterms:W3CDTF">2026-07-27T17:17:48Z</dcterms:modified>
</cp:coreProperties>
</file>