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Accroche : Soundy promeut artistes et événements dans une app unifiée.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0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7C3AED"/>
          </a:solidFill>
          <a:ln/>
        </p:spPr>
      </p:sp>
      <p:pic>
        <p:nvPicPr>
          <p:cNvPr id="3" name="Image 0" descr="C:\Dev\Soundy\commun\backend\public\soundy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85800"/>
            <a:ext cx="411480" cy="41148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502920"/>
            <a:ext cx="5349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GETSOUNDY.COM</a:t>
            </a:r>
            <a:endParaRPr lang="en-US" sz="800" dirty="0"/>
          </a:p>
        </p:txBody>
      </p:sp>
      <p:sp>
        <p:nvSpPr>
          <p:cNvPr id="5" name="Text 2"/>
          <p:cNvSpPr/>
          <p:nvPr/>
        </p:nvSpPr>
        <p:spPr>
          <a:xfrm>
            <a:off x="457200" y="1051560"/>
            <a:ext cx="7315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4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Soundy</a:t>
            </a:r>
            <a:endParaRPr lang="en-US" sz="3600" dirty="0"/>
          </a:p>
        </p:txBody>
      </p:sp>
      <p:sp>
        <p:nvSpPr>
          <p:cNvPr id="6" name="Text 3"/>
          <p:cNvSpPr/>
          <p:nvPr/>
        </p:nvSpPr>
        <p:spPr>
          <a:xfrm>
            <a:off x="457200" y="178308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47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Promoteur d'artistes et d'événements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457200" y="228600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A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Réseau social · musique live · sorties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5943600" y="731520"/>
            <a:ext cx="1508760" cy="3154680"/>
          </a:xfrm>
          <a:prstGeom prst="roundRect">
            <a:avLst>
              <a:gd name="adj" fmla="val 7273"/>
            </a:avLst>
          </a:prstGeom>
          <a:solidFill>
            <a:srgbClr val="07070B"/>
          </a:solidFill>
          <a:ln w="9525">
            <a:solidFill>
              <a:srgbClr val="2D2D44"/>
            </a:solidFill>
            <a:prstDash val="solid"/>
          </a:ln>
        </p:spPr>
      </p:sp>
      <p:pic>
        <p:nvPicPr>
          <p:cNvPr id="9" name="Image 1" descr="C:\Dev\Soundy\commun\docs\presentation-screenshots\mobile\02-cart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989320" y="777240"/>
            <a:ext cx="1417320" cy="3063240"/>
          </a:xfrm>
          <a:prstGeom prst="ellipse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943600" y="3913632"/>
            <a:ext cx="1508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A8A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Carte · événements</a:t>
            </a:r>
            <a:endParaRPr lang="en-US" sz="700" dirty="0"/>
          </a:p>
        </p:txBody>
      </p:sp>
      <p:sp>
        <p:nvSpPr>
          <p:cNvPr id="11" name="Text 7"/>
          <p:cNvSpPr/>
          <p:nvPr/>
        </p:nvSpPr>
        <p:spPr>
          <a:xfrm>
            <a:off x="457200" y="489204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8A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Soundy · getsoundy.com</a:t>
            </a:r>
            <a:endParaRPr lang="en-US" sz="700" dirty="0"/>
          </a:p>
        </p:txBody>
      </p:sp>
      <p:sp>
        <p:nvSpPr>
          <p:cNvPr id="12" name="Text 8"/>
          <p:cNvSpPr/>
          <p:nvPr/>
        </p:nvSpPr>
        <p:spPr>
          <a:xfrm>
            <a:off x="8229600" y="489204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A8A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10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0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4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Sommaire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4023360" cy="475488"/>
          </a:xfrm>
          <a:prstGeom prst="roundRect">
            <a:avLst>
              <a:gd name="adj" fmla="val 11538"/>
            </a:avLst>
          </a:prstGeom>
          <a:solidFill>
            <a:srgbClr val="141422"/>
          </a:solidFill>
          <a:ln w="6350">
            <a:solidFill>
              <a:srgbClr val="2D2D4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66928" y="978408"/>
            <a:ext cx="256032" cy="256032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97840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914400" y="868680"/>
            <a:ext cx="34930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4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Présentation de l'application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663440" y="868680"/>
            <a:ext cx="4023360" cy="475488"/>
          </a:xfrm>
          <a:prstGeom prst="roundRect">
            <a:avLst>
              <a:gd name="adj" fmla="val 11538"/>
            </a:avLst>
          </a:prstGeom>
          <a:solidFill>
            <a:srgbClr val="141422"/>
          </a:solidFill>
          <a:ln w="6350">
            <a:solidFill>
              <a:srgbClr val="2D2D4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773168" y="978408"/>
            <a:ext cx="256032" cy="256032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10" name="Text 8"/>
          <p:cNvSpPr/>
          <p:nvPr/>
        </p:nvSpPr>
        <p:spPr>
          <a:xfrm>
            <a:off x="4773168" y="97840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120640" y="868680"/>
            <a:ext cx="34930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4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Carte &amp; globe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1435608"/>
            <a:ext cx="4023360" cy="475488"/>
          </a:xfrm>
          <a:prstGeom prst="roundRect">
            <a:avLst>
              <a:gd name="adj" fmla="val 11538"/>
            </a:avLst>
          </a:prstGeom>
          <a:solidFill>
            <a:srgbClr val="141422"/>
          </a:solidFill>
          <a:ln w="6350">
            <a:solidFill>
              <a:srgbClr val="2D2D4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66928" y="1545336"/>
            <a:ext cx="256032" cy="256032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154533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914400" y="1435608"/>
            <a:ext cx="34930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4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Événements, sponsoring &amp; filtres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663440" y="1435608"/>
            <a:ext cx="4023360" cy="475488"/>
          </a:xfrm>
          <a:prstGeom prst="roundRect">
            <a:avLst>
              <a:gd name="adj" fmla="val 11538"/>
            </a:avLst>
          </a:prstGeom>
          <a:solidFill>
            <a:srgbClr val="141422"/>
          </a:solidFill>
          <a:ln w="6350">
            <a:solidFill>
              <a:srgbClr val="2D2D4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773168" y="1545336"/>
            <a:ext cx="256032" cy="256032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18" name="Text 16"/>
          <p:cNvSpPr/>
          <p:nvPr/>
        </p:nvSpPr>
        <p:spPr>
          <a:xfrm>
            <a:off x="4773168" y="154533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120640" y="1435608"/>
            <a:ext cx="34930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4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Salons d'écoute synchronisés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2002536"/>
            <a:ext cx="4023360" cy="475488"/>
          </a:xfrm>
          <a:prstGeom prst="roundRect">
            <a:avLst>
              <a:gd name="adj" fmla="val 11538"/>
            </a:avLst>
          </a:prstGeom>
          <a:solidFill>
            <a:srgbClr val="141422"/>
          </a:solidFill>
          <a:ln w="6350">
            <a:solidFill>
              <a:srgbClr val="2D2D4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66928" y="2112264"/>
            <a:ext cx="256032" cy="256032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22" name="Text 20"/>
          <p:cNvSpPr/>
          <p:nvPr/>
        </p:nvSpPr>
        <p:spPr>
          <a:xfrm>
            <a:off x="566928" y="211226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914400" y="2002536"/>
            <a:ext cx="34930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4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Lives artistiques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663440" y="2002536"/>
            <a:ext cx="4023360" cy="475488"/>
          </a:xfrm>
          <a:prstGeom prst="roundRect">
            <a:avLst>
              <a:gd name="adj" fmla="val 11538"/>
            </a:avLst>
          </a:prstGeom>
          <a:solidFill>
            <a:srgbClr val="141422"/>
          </a:solidFill>
          <a:ln w="6350">
            <a:solidFill>
              <a:srgbClr val="2D2D4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773168" y="2112264"/>
            <a:ext cx="256032" cy="256032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26" name="Text 24"/>
          <p:cNvSpPr/>
          <p:nvPr/>
        </p:nvSpPr>
        <p:spPr>
          <a:xfrm>
            <a:off x="4773168" y="211226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5120640" y="2002536"/>
            <a:ext cx="34930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4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Onglet Musique — découverte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57200" y="2569464"/>
            <a:ext cx="4023360" cy="475488"/>
          </a:xfrm>
          <a:prstGeom prst="roundRect">
            <a:avLst>
              <a:gd name="adj" fmla="val 11538"/>
            </a:avLst>
          </a:prstGeom>
          <a:solidFill>
            <a:srgbClr val="141422"/>
          </a:solidFill>
          <a:ln w="6350">
            <a:solidFill>
              <a:srgbClr val="2D2D44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66928" y="2679192"/>
            <a:ext cx="256032" cy="256032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30" name="Text 28"/>
          <p:cNvSpPr/>
          <p:nvPr/>
        </p:nvSpPr>
        <p:spPr>
          <a:xfrm>
            <a:off x="566928" y="267919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914400" y="2569464"/>
            <a:ext cx="34930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4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Reels artistiques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663440" y="2569464"/>
            <a:ext cx="4023360" cy="475488"/>
          </a:xfrm>
          <a:prstGeom prst="roundRect">
            <a:avLst>
              <a:gd name="adj" fmla="val 11538"/>
            </a:avLst>
          </a:prstGeom>
          <a:solidFill>
            <a:srgbClr val="141422"/>
          </a:solidFill>
          <a:ln w="6350">
            <a:solidFill>
              <a:srgbClr val="2D2D44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773168" y="2679192"/>
            <a:ext cx="256032" cy="256032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34" name="Text 32"/>
          <p:cNvSpPr/>
          <p:nvPr/>
        </p:nvSpPr>
        <p:spPr>
          <a:xfrm>
            <a:off x="4773168" y="267919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5120640" y="2569464"/>
            <a:ext cx="34930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4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 économique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457200" y="489204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8A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Soundy · getsoundy.com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8229600" y="489204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A8A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10</a:t>
            </a:r>
            <a:endParaRPr lang="en-US" sz="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0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02920"/>
            <a:ext cx="5349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PRODUIT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685800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4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L'application Soundy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1234440"/>
            <a:ext cx="5349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A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Social, carte et expériences musicales live — en production.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1600200"/>
            <a:ext cx="5349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F4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espaces : Actualités · Carte · Direct · Messages · Reels · Musique</a:t>
            </a:r>
            <a:endParaRPr lang="en-US" sz="9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F4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PWA + apps natives iOS &amp; Android</a:t>
            </a:r>
            <a:endParaRPr lang="en-US" sz="9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F4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Profils créateurs, fans et lieux partenaires</a:t>
            </a:r>
            <a:endParaRPr lang="en-US" sz="9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F4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Hébergement France · RGPD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3337560"/>
            <a:ext cx="5349240" cy="384048"/>
          </a:xfrm>
          <a:prstGeom prst="roundRect">
            <a:avLst>
              <a:gd name="adj" fmla="val 14286"/>
            </a:avLst>
          </a:prstGeom>
          <a:solidFill>
            <a:srgbClr val="141422"/>
          </a:solidFill>
          <a:ln w="9525">
            <a:solidFill>
              <a:srgbClr val="7C3AE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6928" y="3392424"/>
            <a:ext cx="5129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Promoteur d'artistes et d'événements — pas un réseau généraliste.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943600" y="731520"/>
            <a:ext cx="1508760" cy="3154680"/>
          </a:xfrm>
          <a:prstGeom prst="roundRect">
            <a:avLst>
              <a:gd name="adj" fmla="val 7273"/>
            </a:avLst>
          </a:prstGeom>
          <a:solidFill>
            <a:srgbClr val="07070B"/>
          </a:solidFill>
          <a:ln w="9525">
            <a:solidFill>
              <a:srgbClr val="2D2D44"/>
            </a:solidFill>
            <a:prstDash val="solid"/>
          </a:ln>
        </p:spPr>
      </p:sp>
      <p:pic>
        <p:nvPicPr>
          <p:cNvPr id="10" name="Image 0" descr="C:\Dev\Soundy\commun\docs\presentation-screenshots\mobile\01-actualit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989320" y="777240"/>
            <a:ext cx="1417320" cy="3063240"/>
          </a:xfrm>
          <a:prstGeom prst="ellipse">
            <a:avLst/>
          </a:prstGeom>
        </p:spPr>
      </p:pic>
      <p:sp>
        <p:nvSpPr>
          <p:cNvPr id="11" name="Text 8"/>
          <p:cNvSpPr/>
          <p:nvPr/>
        </p:nvSpPr>
        <p:spPr>
          <a:xfrm>
            <a:off x="5943600" y="3913632"/>
            <a:ext cx="1508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A8A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Écran de connexion</a:t>
            </a:r>
            <a:endParaRPr lang="en-US" sz="700" dirty="0"/>
          </a:p>
        </p:txBody>
      </p:sp>
      <p:sp>
        <p:nvSpPr>
          <p:cNvPr id="12" name="Text 9"/>
          <p:cNvSpPr/>
          <p:nvPr/>
        </p:nvSpPr>
        <p:spPr>
          <a:xfrm>
            <a:off x="457200" y="489204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8A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Soundy · getsoundy.com</a:t>
            </a:r>
            <a:endParaRPr lang="en-US" sz="700" dirty="0"/>
          </a:p>
        </p:txBody>
      </p:sp>
      <p:sp>
        <p:nvSpPr>
          <p:cNvPr id="13" name="Text 10"/>
          <p:cNvSpPr/>
          <p:nvPr/>
        </p:nvSpPr>
        <p:spPr>
          <a:xfrm>
            <a:off x="8229600" y="489204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A8A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10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0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02920"/>
            <a:ext cx="5349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CARTE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685800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4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Globe &amp; carte sombre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1234440"/>
            <a:ext cx="5349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A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Pins salon · live · événement — vue locale ou globe 3D.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1600200"/>
            <a:ext cx="5349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F4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Carte géolocalisée thème sombre</a:t>
            </a:r>
            <a:endParaRPr lang="en-US" sz="9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F4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Vue globe 3D pour explorer d'autres villes</a:t>
            </a:r>
            <a:endParaRPr lang="en-US" sz="9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F4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Pins distincts : salon, live en cours, événement</a:t>
            </a:r>
            <a:endParaRPr lang="en-US" sz="9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F4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Contrôle position et visibilité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943600" y="868680"/>
            <a:ext cx="1234440" cy="2606040"/>
          </a:xfrm>
          <a:prstGeom prst="roundRect">
            <a:avLst>
              <a:gd name="adj" fmla="val 7407"/>
            </a:avLst>
          </a:prstGeom>
          <a:solidFill>
            <a:srgbClr val="07070B"/>
          </a:solidFill>
          <a:ln w="9525">
            <a:solidFill>
              <a:srgbClr val="2D2D44"/>
            </a:solidFill>
            <a:prstDash val="solid"/>
          </a:ln>
        </p:spPr>
      </p:sp>
      <p:pic>
        <p:nvPicPr>
          <p:cNvPr id="8" name="Image 0" descr="C:\Dev\Soundy\commun\docs\presentation-screenshots\mobile\11-globe-3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980176" y="905256"/>
            <a:ext cx="1161288" cy="2404872"/>
          </a:xfrm>
          <a:prstGeom prst="ellipse">
            <a:avLst/>
          </a:prstGeom>
        </p:spPr>
      </p:pic>
      <p:sp>
        <p:nvSpPr>
          <p:cNvPr id="9" name="Text 6"/>
          <p:cNvSpPr/>
          <p:nvPr/>
        </p:nvSpPr>
        <p:spPr>
          <a:xfrm>
            <a:off x="5943600" y="3328416"/>
            <a:ext cx="1234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A8A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Globe 3D</a:t>
            </a:r>
            <a:endParaRPr lang="en-US" sz="650" dirty="0"/>
          </a:p>
        </p:txBody>
      </p:sp>
      <p:sp>
        <p:nvSpPr>
          <p:cNvPr id="10" name="Shape 7"/>
          <p:cNvSpPr/>
          <p:nvPr/>
        </p:nvSpPr>
        <p:spPr>
          <a:xfrm>
            <a:off x="7287768" y="868680"/>
            <a:ext cx="1234440" cy="2606040"/>
          </a:xfrm>
          <a:prstGeom prst="roundRect">
            <a:avLst>
              <a:gd name="adj" fmla="val 7407"/>
            </a:avLst>
          </a:prstGeom>
          <a:solidFill>
            <a:srgbClr val="07070B"/>
          </a:solidFill>
          <a:ln w="9525">
            <a:solidFill>
              <a:srgbClr val="2D2D44"/>
            </a:solidFill>
            <a:prstDash val="solid"/>
          </a:ln>
        </p:spPr>
      </p:sp>
      <p:pic>
        <p:nvPicPr>
          <p:cNvPr id="11" name="Image 1" descr="C:\Dev\Soundy\commun\docs\presentation-screenshots\mobile\10-carte-gris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324344" y="905256"/>
            <a:ext cx="1161288" cy="2404872"/>
          </a:xfrm>
          <a:prstGeom prst="ellipse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287768" y="3328416"/>
            <a:ext cx="1234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A8A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Carte · pins</a:t>
            </a:r>
            <a:endParaRPr lang="en-US" sz="650" dirty="0"/>
          </a:p>
        </p:txBody>
      </p:sp>
      <p:sp>
        <p:nvSpPr>
          <p:cNvPr id="13" name="Text 9"/>
          <p:cNvSpPr/>
          <p:nvPr/>
        </p:nvSpPr>
        <p:spPr>
          <a:xfrm>
            <a:off x="457200" y="489204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8A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Soundy · getsoundy.com</a:t>
            </a:r>
            <a:endParaRPr lang="en-US" sz="700" dirty="0"/>
          </a:p>
        </p:txBody>
      </p:sp>
      <p:sp>
        <p:nvSpPr>
          <p:cNvPr id="14" name="Text 10"/>
          <p:cNvSpPr/>
          <p:nvPr/>
        </p:nvSpPr>
        <p:spPr>
          <a:xfrm>
            <a:off x="8229600" y="489204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A8A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10</a:t>
            </a:r>
            <a:endParaRPr lang="en-US" sz="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0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02920"/>
            <a:ext cx="5349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ÉVÉNEMENTS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685800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4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Événements &amp; sponsoring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1234440"/>
            <a:ext cx="5349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A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Dates, lieux et campagnes sponsorisées sur la carte.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1600200"/>
            <a:ext cx="53492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F4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Fenêtre 3 prochains jours sur la carte</a:t>
            </a:r>
            <a:endParaRPr lang="en-US" sz="8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F4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Fiche événement : date, lieu, affiche, billetterie</a:t>
            </a:r>
            <a:endParaRPr lang="en-US" sz="8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F4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Filtres : Lives · Salon · Événement</a:t>
            </a:r>
            <a:endParaRPr lang="en-US" sz="8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F4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Sponsoring natif — badge « Sponsorisé » (DSA)</a:t>
            </a:r>
            <a:endParaRPr lang="en-US" sz="8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F4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Ciblage ville, région ou zone carte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943600" y="731520"/>
            <a:ext cx="1508760" cy="3154680"/>
          </a:xfrm>
          <a:prstGeom prst="roundRect">
            <a:avLst>
              <a:gd name="adj" fmla="val 7273"/>
            </a:avLst>
          </a:prstGeom>
          <a:solidFill>
            <a:srgbClr val="07070B"/>
          </a:solidFill>
          <a:ln w="9525">
            <a:solidFill>
              <a:srgbClr val="2D2D44"/>
            </a:solidFill>
            <a:prstDash val="solid"/>
          </a:ln>
        </p:spPr>
      </p:sp>
      <p:pic>
        <p:nvPicPr>
          <p:cNvPr id="8" name="Image 0" descr="C:\Dev\Soundy\commun\docs\presentation-screenshots\mobile\15-evenements-dat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989320" y="777240"/>
            <a:ext cx="1417320" cy="3063240"/>
          </a:xfrm>
          <a:prstGeom prst="ellipse">
            <a:avLst/>
          </a:prstGeom>
        </p:spPr>
      </p:pic>
      <p:sp>
        <p:nvSpPr>
          <p:cNvPr id="9" name="Text 6"/>
          <p:cNvSpPr/>
          <p:nvPr/>
        </p:nvSpPr>
        <p:spPr>
          <a:xfrm>
            <a:off x="5943600" y="3913632"/>
            <a:ext cx="1508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A8A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 · dates</a:t>
            </a:r>
            <a:endParaRPr lang="en-US" sz="700" dirty="0"/>
          </a:p>
        </p:txBody>
      </p:sp>
      <p:sp>
        <p:nvSpPr>
          <p:cNvPr id="10" name="Text 7"/>
          <p:cNvSpPr/>
          <p:nvPr/>
        </p:nvSpPr>
        <p:spPr>
          <a:xfrm>
            <a:off x="457200" y="489204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8A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Soundy · getsoundy.com</a:t>
            </a:r>
            <a:endParaRPr lang="en-US" sz="700" dirty="0"/>
          </a:p>
        </p:txBody>
      </p:sp>
      <p:sp>
        <p:nvSpPr>
          <p:cNvPr id="11" name="Text 8"/>
          <p:cNvSpPr/>
          <p:nvPr/>
        </p:nvSpPr>
        <p:spPr>
          <a:xfrm>
            <a:off x="8229600" y="489204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A8A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10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0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02920"/>
            <a:ext cx="5349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SALONS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685800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4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Salons d'écoute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1234440"/>
            <a:ext cx="5349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A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Écoute synchronisée à distance — avant une sortie.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1600200"/>
            <a:ext cx="53492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F4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 via API YouTube — même piste, même moment</a:t>
            </a:r>
            <a:endParaRPr lang="en-US" sz="8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F4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Picture-in-Picture (PiP)</a:t>
            </a:r>
            <a:endParaRPr lang="en-US" sz="8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F4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temps réel</a:t>
            </a:r>
            <a:endParaRPr lang="en-US" sz="8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F4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d'attente collaborative</a:t>
            </a:r>
            <a:endParaRPr lang="en-US" sz="8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F4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Salons publics ou privés sur la carte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74920" y="960120"/>
            <a:ext cx="3657600" cy="1874520"/>
          </a:xfrm>
          <a:prstGeom prst="roundRect">
            <a:avLst>
              <a:gd name="adj" fmla="val 3902"/>
            </a:avLst>
          </a:prstGeom>
          <a:solidFill>
            <a:srgbClr val="07070B"/>
          </a:solidFill>
          <a:ln w="9525">
            <a:solidFill>
              <a:srgbClr val="2D2D44"/>
            </a:solidFill>
            <a:prstDash val="solid"/>
          </a:ln>
        </p:spPr>
      </p:sp>
      <p:pic>
        <p:nvPicPr>
          <p:cNvPr id="8" name="Image 0" descr="C:\Dev\Soundy\commun\docs\presentation-screenshots\mobile\04-salo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138928" y="1024128"/>
            <a:ext cx="3529584" cy="1737360"/>
          </a:xfrm>
          <a:prstGeom prst="ellipse">
            <a:avLst/>
          </a:prstGeom>
        </p:spPr>
      </p:pic>
      <p:sp>
        <p:nvSpPr>
          <p:cNvPr id="9" name="Text 6"/>
          <p:cNvSpPr/>
          <p:nvPr/>
        </p:nvSpPr>
        <p:spPr>
          <a:xfrm>
            <a:off x="5074920" y="2907792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A8A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Salon · sync · chat · file d'attente</a:t>
            </a:r>
            <a:endParaRPr lang="en-US" sz="700" dirty="0"/>
          </a:p>
        </p:txBody>
      </p:sp>
      <p:sp>
        <p:nvSpPr>
          <p:cNvPr id="10" name="Text 7"/>
          <p:cNvSpPr/>
          <p:nvPr/>
        </p:nvSpPr>
        <p:spPr>
          <a:xfrm>
            <a:off x="457200" y="489204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8A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Soundy · getsoundy.com</a:t>
            </a:r>
            <a:endParaRPr lang="en-US" sz="700" dirty="0"/>
          </a:p>
        </p:txBody>
      </p:sp>
      <p:sp>
        <p:nvSpPr>
          <p:cNvPr id="11" name="Text 8"/>
          <p:cNvSpPr/>
          <p:nvPr/>
        </p:nvSpPr>
        <p:spPr>
          <a:xfrm>
            <a:off x="8229600" y="489204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A8A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10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0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02920"/>
            <a:ext cx="5349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685800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4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Lives artistiques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1234440"/>
            <a:ext cx="5349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A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en direct — musique, danse, spectacle.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1600200"/>
            <a:ext cx="5349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F4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Diffusion vidéo fluide (LiveKit / Cloudflare)</a:t>
            </a:r>
            <a:endParaRPr lang="en-US" sz="9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F4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communautaire</a:t>
            </a:r>
            <a:endParaRPr lang="en-US" sz="9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F4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Dons &amp; pourboires créateurs (Stripe Connect)</a:t>
            </a:r>
            <a:endParaRPr lang="en-US" sz="9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F4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Grille découverte · mode théâtre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3246120"/>
            <a:ext cx="5349240" cy="384048"/>
          </a:xfrm>
          <a:prstGeom prst="roundRect">
            <a:avLst>
              <a:gd name="adj" fmla="val 14286"/>
            </a:avLst>
          </a:prstGeom>
          <a:solidFill>
            <a:srgbClr val="141422"/>
          </a:solidFill>
          <a:ln w="9525">
            <a:solidFill>
              <a:srgbClr val="7C3AE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6928" y="3300984"/>
            <a:ext cx="5129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DJ sets, showcases, sessions — pas de contenu généraliste.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074920" y="960120"/>
            <a:ext cx="3657600" cy="1874520"/>
          </a:xfrm>
          <a:prstGeom prst="roundRect">
            <a:avLst>
              <a:gd name="adj" fmla="val 3902"/>
            </a:avLst>
          </a:prstGeom>
          <a:solidFill>
            <a:srgbClr val="07070B"/>
          </a:solidFill>
          <a:ln w="9525">
            <a:solidFill>
              <a:srgbClr val="2D2D44"/>
            </a:solidFill>
            <a:prstDash val="solid"/>
          </a:ln>
        </p:spPr>
      </p:sp>
      <p:pic>
        <p:nvPicPr>
          <p:cNvPr id="10" name="Image 0" descr="C:\Dev\Soundy\commun\docs\presentation-screenshots\06-liv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138928" y="1024128"/>
            <a:ext cx="3529584" cy="1737360"/>
          </a:xfrm>
          <a:prstGeom prst="ellipse">
            <a:avLst/>
          </a:prstGeom>
        </p:spPr>
      </p:pic>
      <p:sp>
        <p:nvSpPr>
          <p:cNvPr id="11" name="Text 8"/>
          <p:cNvSpPr/>
          <p:nvPr/>
        </p:nvSpPr>
        <p:spPr>
          <a:xfrm>
            <a:off x="5074920" y="2907792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A8A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· chat · récompenses · HLS</a:t>
            </a:r>
            <a:endParaRPr lang="en-US" sz="700" dirty="0"/>
          </a:p>
        </p:txBody>
      </p:sp>
      <p:sp>
        <p:nvSpPr>
          <p:cNvPr id="12" name="Text 9"/>
          <p:cNvSpPr/>
          <p:nvPr/>
        </p:nvSpPr>
        <p:spPr>
          <a:xfrm>
            <a:off x="457200" y="489204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8A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Soundy · getsoundy.com</a:t>
            </a:r>
            <a:endParaRPr lang="en-US" sz="700" dirty="0"/>
          </a:p>
        </p:txBody>
      </p:sp>
      <p:sp>
        <p:nvSpPr>
          <p:cNvPr id="13" name="Text 10"/>
          <p:cNvSpPr/>
          <p:nvPr/>
        </p:nvSpPr>
        <p:spPr>
          <a:xfrm>
            <a:off x="8229600" y="489204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A8A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10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0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02920"/>
            <a:ext cx="5349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MUSIQUE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685800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4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Onglet Musique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1234440"/>
            <a:ext cx="5349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A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Découverte artistique — discographies, tendances et top performeurs.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1600200"/>
            <a:ext cx="53492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F4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Tendances de la semaine — top créateurs (live &amp; sessions, par pays)</a:t>
            </a:r>
            <a:endParaRPr lang="en-US" sz="8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F4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Spotlight Tendance #1 · classement albums, morceaux &amp; reels</a:t>
            </a:r>
            <a:endParaRPr lang="en-US" sz="8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F4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Découvrir — nouveaux morceaux &amp; playlists communautaires</a:t>
            </a:r>
            <a:endParaRPr lang="en-US" sz="8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F4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Populaire — top performeurs : morceaux les plus écoutés</a:t>
            </a:r>
            <a:endParaRPr lang="en-US" sz="8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F4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Créateurs à suivre · recherche · Abonnements &amp; bibliothèque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57200" y="3429000"/>
            <a:ext cx="5349240" cy="384048"/>
          </a:xfrm>
          <a:prstGeom prst="roundRect">
            <a:avLst>
              <a:gd name="adj" fmla="val 14286"/>
            </a:avLst>
          </a:prstGeom>
          <a:solidFill>
            <a:srgbClr val="141422"/>
          </a:solidFill>
          <a:ln w="9525">
            <a:solidFill>
              <a:srgbClr val="7C3AE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6928" y="3483864"/>
            <a:ext cx="5129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100 % discographie Soundy — pas de catalogue streaming externe.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943600" y="731520"/>
            <a:ext cx="1508760" cy="3154680"/>
          </a:xfrm>
          <a:prstGeom prst="roundRect">
            <a:avLst>
              <a:gd name="adj" fmla="val 7273"/>
            </a:avLst>
          </a:prstGeom>
          <a:solidFill>
            <a:srgbClr val="07070B"/>
          </a:solidFill>
          <a:ln w="9525">
            <a:solidFill>
              <a:srgbClr val="2D2D44"/>
            </a:solidFill>
            <a:prstDash val="solid"/>
          </a:ln>
        </p:spPr>
      </p:sp>
      <p:pic>
        <p:nvPicPr>
          <p:cNvPr id="10" name="Image 0" descr="C:\Dev\Soundy\commun\docs\presentation-screenshots\mobile\13-musiqu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989320" y="777240"/>
            <a:ext cx="1417320" cy="3063240"/>
          </a:xfrm>
          <a:prstGeom prst="ellipse">
            <a:avLst/>
          </a:prstGeom>
        </p:spPr>
      </p:pic>
      <p:sp>
        <p:nvSpPr>
          <p:cNvPr id="11" name="Text 8"/>
          <p:cNvSpPr/>
          <p:nvPr/>
        </p:nvSpPr>
        <p:spPr>
          <a:xfrm>
            <a:off x="5943600" y="3913632"/>
            <a:ext cx="1508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A8A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Musique · tendances</a:t>
            </a:r>
            <a:endParaRPr lang="en-US" sz="700" dirty="0"/>
          </a:p>
        </p:txBody>
      </p:sp>
      <p:sp>
        <p:nvSpPr>
          <p:cNvPr id="12" name="Text 9"/>
          <p:cNvSpPr/>
          <p:nvPr/>
        </p:nvSpPr>
        <p:spPr>
          <a:xfrm>
            <a:off x="457200" y="489204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8A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Soundy · getsoundy.com</a:t>
            </a:r>
            <a:endParaRPr lang="en-US" sz="700" dirty="0"/>
          </a:p>
        </p:txBody>
      </p:sp>
      <p:sp>
        <p:nvSpPr>
          <p:cNvPr id="13" name="Text 10"/>
          <p:cNvSpPr/>
          <p:nvPr/>
        </p:nvSpPr>
        <p:spPr>
          <a:xfrm>
            <a:off x="8229600" y="489204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A8A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10</a:t>
            </a:r>
            <a:endParaRPr lang="en-US" sz="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0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02920"/>
            <a:ext cx="5349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REELS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685800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4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Reels artistiques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1234440"/>
            <a:ext cx="5349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A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 9:16 — promotion musicale uniquement.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1600200"/>
            <a:ext cx="5349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F4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Teasers DJ set, aftermovies, extraits live</a:t>
            </a:r>
            <a:endParaRPr lang="en-US" sz="9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F4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Présentation album, single ou EP</a:t>
            </a:r>
            <a:endParaRPr lang="en-US" sz="9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F4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Annonce événement ou date de tournée</a:t>
            </a:r>
            <a:endParaRPr lang="en-US" sz="9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F4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Reels sponsorisés lieux &amp; labels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3246120"/>
            <a:ext cx="5349240" cy="384048"/>
          </a:xfrm>
          <a:prstGeom prst="roundRect">
            <a:avLst>
              <a:gd name="adj" fmla="val 14286"/>
            </a:avLst>
          </a:prstGeom>
          <a:solidFill>
            <a:srgbClr val="141422"/>
          </a:solidFill>
          <a:ln w="9525">
            <a:solidFill>
              <a:srgbClr val="7C3AE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6928" y="3300984"/>
            <a:ext cx="5129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Reel sert la visibilité d'un artiste ou d'un événement.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943600" y="731520"/>
            <a:ext cx="1508760" cy="3154680"/>
          </a:xfrm>
          <a:prstGeom prst="roundRect">
            <a:avLst>
              <a:gd name="adj" fmla="val 7273"/>
            </a:avLst>
          </a:prstGeom>
          <a:solidFill>
            <a:srgbClr val="07070B"/>
          </a:solidFill>
          <a:ln w="9525">
            <a:solidFill>
              <a:srgbClr val="2D2D44"/>
            </a:solidFill>
            <a:prstDash val="solid"/>
          </a:ln>
        </p:spPr>
      </p:sp>
      <p:pic>
        <p:nvPicPr>
          <p:cNvPr id="10" name="Image 0" descr="C:\Dev\Soundy\commun\docs\presentation-screenshots\mobile\12-reel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989320" y="777240"/>
            <a:ext cx="1417320" cy="3063240"/>
          </a:xfrm>
          <a:prstGeom prst="ellipse">
            <a:avLst/>
          </a:prstGeom>
        </p:spPr>
      </p:pic>
      <p:sp>
        <p:nvSpPr>
          <p:cNvPr id="11" name="Text 8"/>
          <p:cNvSpPr/>
          <p:nvPr/>
        </p:nvSpPr>
        <p:spPr>
          <a:xfrm>
            <a:off x="5943600" y="3913632"/>
            <a:ext cx="1508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A8A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Reels · artistique</a:t>
            </a:r>
            <a:endParaRPr lang="en-US" sz="700" dirty="0"/>
          </a:p>
        </p:txBody>
      </p:sp>
      <p:sp>
        <p:nvSpPr>
          <p:cNvPr id="12" name="Text 9"/>
          <p:cNvSpPr/>
          <p:nvPr/>
        </p:nvSpPr>
        <p:spPr>
          <a:xfrm>
            <a:off x="457200" y="489204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8A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Soundy · getsoundy.com</a:t>
            </a:r>
            <a:endParaRPr lang="en-US" sz="700" dirty="0"/>
          </a:p>
        </p:txBody>
      </p:sp>
      <p:sp>
        <p:nvSpPr>
          <p:cNvPr id="13" name="Text 10"/>
          <p:cNvSpPr/>
          <p:nvPr/>
        </p:nvSpPr>
        <p:spPr>
          <a:xfrm>
            <a:off x="8229600" y="489204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A8A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10</a:t>
            </a:r>
            <a:endParaRPr lang="en-US" sz="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0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02920"/>
            <a:ext cx="5349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685800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4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 Soundy est rémunéré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1234440"/>
            <a:ext cx="5349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A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Leviers alignés avec l'usage — sans pub intrusive.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1600200"/>
            <a:ext cx="5349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F4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Sponsoring natif — bars, festivals, marques (sur devis)</a:t>
            </a:r>
            <a:endParaRPr lang="en-US" sz="9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F4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Pourboires créateurs pendant les lives</a:t>
            </a:r>
            <a:endParaRPr lang="en-US" sz="9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F4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Abonnements Supporter / Super fan</a:t>
            </a:r>
            <a:endParaRPr lang="en-US" sz="9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F4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Offres lieux partenaires (à venir)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3246120"/>
            <a:ext cx="5349240" cy="384048"/>
          </a:xfrm>
          <a:prstGeom prst="roundRect">
            <a:avLst>
              <a:gd name="adj" fmla="val 14286"/>
            </a:avLst>
          </a:prstGeom>
          <a:solidFill>
            <a:srgbClr val="141422"/>
          </a:solidFill>
          <a:ln w="9525">
            <a:solidFill>
              <a:srgbClr val="7C3AE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6928" y="3300984"/>
            <a:ext cx="5129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Grille sur devis · estimation d'audience avant campagne.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943600" y="731520"/>
            <a:ext cx="1508760" cy="3154680"/>
          </a:xfrm>
          <a:prstGeom prst="roundRect">
            <a:avLst>
              <a:gd name="adj" fmla="val 7273"/>
            </a:avLst>
          </a:prstGeom>
          <a:solidFill>
            <a:srgbClr val="07070B"/>
          </a:solidFill>
          <a:ln w="9525">
            <a:solidFill>
              <a:srgbClr val="2D2D44"/>
            </a:solidFill>
            <a:prstDash val="solid"/>
          </a:ln>
        </p:spPr>
      </p:sp>
      <p:pic>
        <p:nvPicPr>
          <p:cNvPr id="10" name="Image 0" descr="C:\Dev\Soundy\commun\docs\presentation-screenshots\mobile\08-profi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989320" y="777240"/>
            <a:ext cx="1417320" cy="3063240"/>
          </a:xfrm>
          <a:prstGeom prst="ellipse">
            <a:avLst/>
          </a:prstGeom>
        </p:spPr>
      </p:pic>
      <p:sp>
        <p:nvSpPr>
          <p:cNvPr id="11" name="Text 8"/>
          <p:cNvSpPr/>
          <p:nvPr/>
        </p:nvSpPr>
        <p:spPr>
          <a:xfrm>
            <a:off x="5943600" y="3913632"/>
            <a:ext cx="1508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A8A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Créateurs &amp; lieux</a:t>
            </a:r>
            <a:endParaRPr lang="en-US" sz="700" dirty="0"/>
          </a:p>
        </p:txBody>
      </p:sp>
      <p:sp>
        <p:nvSpPr>
          <p:cNvPr id="12" name="Text 9"/>
          <p:cNvSpPr/>
          <p:nvPr/>
        </p:nvSpPr>
        <p:spPr>
          <a:xfrm>
            <a:off x="457200" y="489204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8A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Soundy · getsoundy.com</a:t>
            </a:r>
            <a:endParaRPr lang="en-US" sz="700" dirty="0"/>
          </a:p>
        </p:txBody>
      </p:sp>
      <p:sp>
        <p:nvSpPr>
          <p:cNvPr id="13" name="Text 10"/>
          <p:cNvSpPr/>
          <p:nvPr/>
        </p:nvSpPr>
        <p:spPr>
          <a:xfrm>
            <a:off x="8229600" y="489204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A8A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10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Soundy · getsoundy.com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Soundy — Présentation produit</dc:title>
  <dc:subject>PptxGenJS Presentation</dc:subject>
  <dc:creator>Soundy</dc:creator>
  <cp:lastModifiedBy>Soundy</cp:lastModifiedBy>
  <cp:revision>1</cp:revision>
  <dcterms:created xsi:type="dcterms:W3CDTF">2026-07-30T13:00:01Z</dcterms:created>
  <dcterms:modified xsi:type="dcterms:W3CDTF">2026-07-30T13:00:01Z</dcterms:modified>
</cp:coreProperties>
</file>