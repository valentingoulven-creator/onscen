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Soundy promeut artistes et événements dans une app unifiée.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C:\Dev\Soundy\commun\backend\public\sound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GETSOUNDY.COM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 d'artistes et d'événements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 · musique live · sorties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9" name="Image 1" descr="C:\Dev\Soundy\commun\docs\presentation-screenshots\mobile\02-car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· événements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97840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78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97840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978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86868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&amp; globe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3560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54533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545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43560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Événements, sponsoring &amp; filtres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43560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54533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545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143560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d'écoute synchronisés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0253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11226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002536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artistiques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00253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11226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2002536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Musique — découverte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56946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267919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2569464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56946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41422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267919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2569464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artistiques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Soundy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carte et expériences musicales live — en production.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espaces : Actualités · Carte · Direct · Messages · Reels · Musique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apps natives iOS &amp; Android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créateurs, fans et lieux partenaires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France · RGPD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41422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9242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 d'artistes et d'événements — pas un réseau généraliste.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0" name="Image 0" descr="C:\Dev\Soundy\commun\docs\presentation-screenshots\mobile\01-actual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de connexion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&amp; carte sombre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salon · live · événement — vue locale ou globe 3D.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géolocalisée thème sombre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globe 3D pour explorer d'autres villes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distincts : salon, live en cours, événement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position et visibilité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868680"/>
            <a:ext cx="1234440" cy="2606040"/>
          </a:xfrm>
          <a:prstGeom prst="roundRect">
            <a:avLst>
              <a:gd name="adj" fmla="val 7407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8" name="Image 0" descr="C:\Dev\Soundy\commun\docs\presentation-screenshots\mobile\11-globe-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0176" y="905256"/>
            <a:ext cx="1161288" cy="2404872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33284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3D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287768" y="868680"/>
            <a:ext cx="1234440" cy="2606040"/>
          </a:xfrm>
          <a:prstGeom prst="roundRect">
            <a:avLst>
              <a:gd name="adj" fmla="val 7407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1" name="Image 1" descr="C:\Dev\Soundy\commun\docs\presentation-screenshots\mobile\10-carte-gri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24344" y="905256"/>
            <a:ext cx="1161288" cy="2404872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33284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· pins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&amp; sponsoring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lieux et campagnes sponsorisées sur la carte.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3 prochains jours sur la carte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événement : date, lieu, affiche, billetterie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: Lives · Salon · Événement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natif — badge « Sponsorisé » (DSA)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ville, région ou zone carte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8" name="Image 0" descr="C:\Dev\Soundy\commun\docs\presentation-screenshots\mobile\15-evenements-d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dates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d'écoute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synchronisée à distance — avant une sortie.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via API YouTube — même piste, même moment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Picture-in-Picture (PiP)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temps réel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collaborative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publics ou privés sur la carte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74920" y="9601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8" name="Image 0" descr="C:\Dev\Soundy\commun\docs\presentation-screenshots\mobile\04-sal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8928" y="1024128"/>
            <a:ext cx="3529584" cy="173736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· sync · chat · file d'attente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artistiques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 direct — musique, danse, spectacle.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vidéo fluide (LiveKit / Cloudflare)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communautaire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Dons &amp; pourboires créateurs (Stripe Connect)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découverte · mode théâtre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41422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0098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sets, showcases, sessions — pas de contenu généraliste.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9601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0" name="Image 0" descr="C:\Dev\Soundy\commun\docs\presentation-screenshots\06-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8928" y="1024128"/>
            <a:ext cx="3529584" cy="173736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chat · récompenses · HLS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Musique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artistique — discographies, tendances et top performeurs.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de la semaine — top créateurs (live &amp; sessions, par pays)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Tendance #1 · classement albums, morceaux &amp; reels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— nouveaux morceaux &amp; playlists communautaires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Populaire — top performeurs : morceaux les plus écoutés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Créateurs à suivre · recherche · Abonnements &amp; bibliothèque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41422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48386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discographie Soundy — pas de catalogue streaming externe.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0" name="Image 0" descr="C:\Dev\Soundy\commun\docs\presentation-screenshots\mobile\13-musiq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 · tendances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Soundy est rémunéré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alignés avec l'usage — sans pub intrusive.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natif — bars, festivals, marques (sur devis)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Pourboires créateurs pendant les lives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Supporter / Super fan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lieux partenaires (à venir)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41422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0098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sur devis · estimation d'audience avant campagne.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0" name="Image 0" descr="C:\Dev\Soundy\commun\docs\presentation-screenshots\mobile\08-prof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Créateurs &amp; lieux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artistiques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9:16 — promotion musicale uniquement.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Teasers DJ set, aftermovies, extraits live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album, single ou EP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événement ou date de tournée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sponsorisés lieux &amp; labels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41422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0098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Reel sert la visibilité d'un artiste ou d'un événement.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731520"/>
            <a:ext cx="1508760" cy="3154680"/>
          </a:xfrm>
          <a:prstGeom prst="roundRect">
            <a:avLst>
              <a:gd name="adj" fmla="val 7273"/>
            </a:avLst>
          </a:prstGeom>
          <a:solidFill>
            <a:srgbClr val="07070B"/>
          </a:solidFill>
          <a:ln w="9525">
            <a:solidFill>
              <a:srgbClr val="2D2D44"/>
            </a:solidFill>
            <a:prstDash val="solid"/>
          </a:ln>
        </p:spPr>
      </p:sp>
      <p:pic>
        <p:nvPicPr>
          <p:cNvPr id="10" name="Image 0" descr="C:\Dev\Soundy\commun\docs\presentation-screenshots\mobile\12-re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777240"/>
            <a:ext cx="1417320" cy="30632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3913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· artistique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Soundy · getsoundy.com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Soundy — Présentation produit</dc:title>
  <dc:subject>PptxGenJS Presentation</dc:subject>
  <dc:creator>Soundy</dc:creator>
  <cp:lastModifiedBy>Soundy</cp:lastModifiedBy>
  <cp:revision>1</cp:revision>
  <dcterms:created xsi:type="dcterms:W3CDTF">2026-07-29T16:18:13Z</dcterms:created>
  <dcterms:modified xsi:type="dcterms:W3CDTF">2026-07-29T16:18:13Z</dcterms:modified>
</cp:coreProperties>
</file>