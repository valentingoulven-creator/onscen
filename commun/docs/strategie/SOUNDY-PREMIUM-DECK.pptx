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Soundy met en lumière artistes, événements et lieux — une app, un parcours complet.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Parcourir rapidement le plan — adapter le tempo à l'audience (sponsor vs créateur).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positionnement promoteur — pas un clone TikTok généraliste.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3 types de pins — c'est le cœur de la découverte locale.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sponsor : pin Sponso + estimation d'audience avant campagne (sans chiffres ici).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Différenciateur clé vs Spotify — écoute sociale synchronisée.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curation artistique — pas du live « tout public » type gaming.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Reels = vitrine artiste, pas dopamine scroll infini.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citer de montants — renvoyer au devis personnalisé si question tarifaire.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3" name="Image 0" descr="C:\Dev\Soundy\commun\backend\public\sound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858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749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Promoteur d'artistes et d'événements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social · Musique live · Sorties · Carte géolocalisée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" y="26060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getsoundy.com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27064" y="621792"/>
            <a:ext cx="2404872" cy="3319272"/>
          </a:xfrm>
          <a:prstGeom prst="roundRect">
            <a:avLst>
              <a:gd name="adj" fmla="val 4563"/>
            </a:avLst>
          </a:prstGeom>
          <a:solidFill>
            <a:srgbClr val="0F172A"/>
          </a:solidFill>
          <a:ln/>
        </p:spPr>
      </p:sp>
      <p:pic>
        <p:nvPicPr>
          <p:cNvPr id="10" name="Image 1" descr="C:\Dev\Soundy\commun\docs\presentation-screenshots\mobile\01-actual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658368"/>
            <a:ext cx="2331720" cy="3246120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3959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en production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de l'application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7955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0136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Globe 3D et carte — pins salon, live, événement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85416"/>
            <a:ext cx="7955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768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76856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Événements, sponsoring et filtres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7955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52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752344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Salons d'écoute synchronisés (YouTube)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7955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27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22783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musicaux — chat et soutien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7955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03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70332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— contenu artistique uniquement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7955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788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1788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 de la plateforme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L'application Soundy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unique pour découvrir, écouter, vivre et sortir.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espaces : Actualités · Carte · Direct · Messages · Reels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(PWA) + applications iOS et Android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musique live, sorties et réseau social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: getsoundy.com — données hébergées en France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Positionnement : promoteur d'artistes et d'événements locaux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27064" y="621792"/>
            <a:ext cx="2404872" cy="3319272"/>
          </a:xfrm>
          <a:prstGeom prst="roundRect">
            <a:avLst>
              <a:gd name="adj" fmla="val 4563"/>
            </a:avLst>
          </a:prstGeom>
          <a:solidFill>
            <a:srgbClr val="0F172A"/>
          </a:solidFill>
          <a:ln/>
        </p:spPr>
      </p:sp>
      <p:pic>
        <p:nvPicPr>
          <p:cNvPr id="8" name="Image 0" descr="C:\Dev\Soundy\commun\docs\presentation-screenshots\mobile\01-actua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58368"/>
            <a:ext cx="2331720" cy="3246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3959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d'actualité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Globe 3D et carte sombre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Visualiser l'activité musicale autour de soi — ou partout dans le monde.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sombre géolocalisée — salons, lives et événements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distincts : salon d'écoute · live · événement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globe 3D pour explorer au-delà de sa ville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sa position et de sa visibilité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« Autour » / « Pays » pour filtrer la zone</a:t>
            </a:r>
            <a:endParaRPr lang="en-US" sz="950" dirty="0"/>
          </a:p>
        </p:txBody>
      </p:sp>
      <p:pic>
        <p:nvPicPr>
          <p:cNvPr id="7" name="Image 0" descr="C:\Dev\Soundy\commun\docs\presentation-screenshots\mobile\11-globe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58368"/>
            <a:ext cx="1115568" cy="32461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394106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Globe 3D</a:t>
            </a:r>
            <a:endParaRPr lang="en-US" sz="700" dirty="0"/>
          </a:p>
        </p:txBody>
      </p:sp>
      <p:pic>
        <p:nvPicPr>
          <p:cNvPr id="9" name="Image 1" descr="C:\Dev\Soundy\commun\docs\presentation-screenshots\mobile\10-carte-gri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658368"/>
            <a:ext cx="1115568" cy="324612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79792" y="394106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sombre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 sur la carte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social, visibilité sponsorisée et fiche événement complète.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et publication d'événements (date, lieu, affiche)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événement + carrousel sponsorisé sur la carte (badge DSA)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événement : dates, lieu, line-up, billetterie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carte : événements · salons · lives · fenêtre 3 jours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Ciblage géographique : ville, région ou viewport carte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27064" y="621792"/>
            <a:ext cx="2404872" cy="3319272"/>
          </a:xfrm>
          <a:prstGeom prst="roundRect">
            <a:avLst>
              <a:gd name="adj" fmla="val 4563"/>
            </a:avLst>
          </a:prstGeom>
          <a:solidFill>
            <a:srgbClr val="0F172A"/>
          </a:solidFill>
          <a:ln/>
        </p:spPr>
      </p:sp>
      <p:pic>
        <p:nvPicPr>
          <p:cNvPr id="8" name="Image 0" descr="C:\Dev\Soundy\commun\docs\presentation-screenshots\mobile\15-evenements-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58368"/>
            <a:ext cx="2331720" cy="3246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3959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· filtres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Salons d'écoute synchronisés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Écouter la même musique ensemble — ancré sur la carte.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synchronisée via l'API YouTube — tous les participants au même instant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Salons publics ou privés, visibles sur la carte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en direct et file d'attente collaborative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PiP (picture-in-picture) pour garder le salon visible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Rejoindre un salon depuis la carte en un tap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27064" y="621792"/>
            <a:ext cx="2404872" cy="3319272"/>
          </a:xfrm>
          <a:prstGeom prst="roundRect">
            <a:avLst>
              <a:gd name="adj" fmla="val 4563"/>
            </a:avLst>
          </a:prstGeom>
          <a:solidFill>
            <a:srgbClr val="0F172A"/>
          </a:solidFill>
          <a:ln/>
        </p:spPr>
      </p:sp>
      <p:pic>
        <p:nvPicPr>
          <p:cNvPr id="8" name="Image 0" descr="C:\Dev\Soundy\commun\docs\presentation-screenshots\mobile\04-sa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58368"/>
            <a:ext cx="2331720" cy="3246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3959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· chat · file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musicaux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artistique exclusive — pas du contenu généraliste.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réservés aux performances et contenus artistiques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temps réel et réactions pendant le live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Dons / pourboires reversés au créateur pendant le direct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de découverte des lives en cours sur la carte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théâtre et PiP pour une expérience immersive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27064" y="621792"/>
            <a:ext cx="2404872" cy="3319272"/>
          </a:xfrm>
          <a:prstGeom prst="roundRect">
            <a:avLst>
              <a:gd name="adj" fmla="val 4563"/>
            </a:avLst>
          </a:prstGeom>
          <a:solidFill>
            <a:srgbClr val="0F172A"/>
          </a:solidFill>
          <a:ln/>
        </p:spPr>
      </p:sp>
      <p:pic>
        <p:nvPicPr>
          <p:cNvPr id="8" name="Image 0" descr="C:\Dev\Soundy\commun\docs\presentation-screenshots\mobile\06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58368"/>
            <a:ext cx="2331720" cy="3246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3959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chat · don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— contenu artistique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vertical dédié à la musique, pas au scroll généraliste.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Vidéos artistiques uniquement : clips, teasers, sessions live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d'album, single ou prochaine date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d'événement et aftermovie de soirée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Découverte de créateurs mid-tier (DJs, artistes, collectifs)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contenu hors musique / sorties — curation éditoriale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27064" y="621792"/>
            <a:ext cx="2404872" cy="3319272"/>
          </a:xfrm>
          <a:prstGeom prst="roundRect">
            <a:avLst>
              <a:gd name="adj" fmla="val 4563"/>
            </a:avLst>
          </a:prstGeom>
          <a:solidFill>
            <a:srgbClr val="0F172A"/>
          </a:solidFill>
          <a:ln/>
        </p:spPr>
      </p:sp>
      <p:pic>
        <p:nvPicPr>
          <p:cNvPr id="8" name="Image 0" descr="C:\Dev\Soundy\commun\docs\presentation-screenshots\mobile\12-re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58368"/>
            <a:ext cx="2331720" cy="3246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3959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verticaux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Soundy est rémunéré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leviers alignés avec l'usage — grille sur devis.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Sponsoring natif : visibilité lieux, festivals, marques (carte, fil, stories, reels)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Pourboires créateurs : soutien direct pendant les lives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Abonnements créateurs : formules Supporter / Super fan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Offres établissements : formules dédiées bars, clubs et salles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Transparence DSA · badge « Sponsorisé » · pas de revente de données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27064" y="621792"/>
            <a:ext cx="2404872" cy="3319272"/>
          </a:xfrm>
          <a:prstGeom prst="roundRect">
            <a:avLst>
              <a:gd name="adj" fmla="val 4563"/>
            </a:avLst>
          </a:prstGeom>
          <a:solidFill>
            <a:srgbClr val="0F172A"/>
          </a:solidFill>
          <a:ln/>
        </p:spPr>
      </p:sp>
      <p:pic>
        <p:nvPicPr>
          <p:cNvPr id="8" name="Image 0" descr="C:\Dev\Soundy\commun\docs\presentation-screenshots\mobile\09-monet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58368"/>
            <a:ext cx="2331720" cy="3246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3959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créateur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47960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Soundy · getsoundy.com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183880" y="47960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Soundy · getsoundy.com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Soundy — Présentation produit</dc:title>
  <dc:subject>PptxGenJS Presentation</dc:subject>
  <dc:creator>Soundy</dc:creator>
  <cp:lastModifiedBy>Soundy</cp:lastModifiedBy>
  <cp:revision>1</cp:revision>
  <dcterms:created xsi:type="dcterms:W3CDTF">2026-07-27T17:58:27Z</dcterms:created>
  <dcterms:modified xsi:type="dcterms:W3CDTF">2026-07-27T17:58:27Z</dcterms:modified>
</cp:coreProperties>
</file>